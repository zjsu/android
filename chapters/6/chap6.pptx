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3" r:id="rId19"/>
    <p:sldId id="275" r:id="rId20"/>
    <p:sldId id="274" r:id="rId21"/>
    <p:sldId id="264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5" r:id="rId39"/>
  </p:sldIdLst>
  <p:sldSz cx="9144000" cy="6858000" type="screen4x3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-1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Picture 14" descr="http://www.proxware.com/images/android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F57B3-3822-8C43-AAA8-72CD8FCBD7FD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6218C9-C336-2F46-A3A1-4D126029AF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1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58EF4D-7A81-B64F-A9AA-153D37FCBDAD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D4DEDB-3095-4444-A482-4B9617226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0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328EA-D04C-6E4C-82AC-47D5A6CE9252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44F76-D356-0545-AF8E-0132649E30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0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9AFAF-E246-B14A-ABF9-69410E00C5B7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9F0C1-92A8-C54C-9153-330BD96D7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6BA40-CE65-B94C-86BC-64906BB68D25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4A17-D5BC-FC47-8862-A06B1A1D3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A1258-9EC7-8C4A-89A1-B269471E57E8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F1B3C-8DDD-AC47-8B26-269542E958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1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A845-2D3C-B54A-90B5-25111C3B9629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2D85D-7BC6-B047-BFE7-480021E7DD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4D925-6519-D64E-B2F4-521ADA2FBC35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549E3-D466-8D41-ADAB-3FC5790138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9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EB09F-FE40-3D41-9D4A-07EFD8860CA6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22EA8-E2A3-D440-AF6E-83A3BD358D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9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DB3C1-0C4C-9F49-B54B-175A8B468E7C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0F4FD-4D0B-E14F-8B77-763DD43EE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7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A66F-048B-6C49-A852-8894CD39A094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A42F0-D4E2-D546-96A3-094CD4D4CE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BEDBF-C274-344D-9F18-F33538B9688B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4946F-0168-CE47-8ED2-1C3E1660D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7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6CE8B48-EDCB-6145-A770-8D54E37071EA}" type="datetimeFigureOut">
              <a:rPr lang="zh-CN" altLang="en-US"/>
              <a:pPr>
                <a:defRPr/>
              </a:pPr>
              <a:t>5/7/14</a:t>
            </a:fld>
            <a:endParaRPr lang="zh-CN" alt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D5BB6B8-4661-8A45-BD9F-6F70CB0D75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946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Kai" charset="0"/>
                <a:ea typeface="Kai" charset="0"/>
                <a:cs typeface="Kai" charset="0"/>
              </a:rPr>
              <a:t>高级界面开发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2530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内容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Adapters &amp; </a:t>
            </a:r>
            <a:r>
              <a:rPr kumimoji="1" lang="en-US" altLang="zh-CN" dirty="0" err="1" smtClean="0"/>
              <a:t>AdapterViews</a:t>
            </a:r>
            <a:r>
              <a:rPr kumimoji="1" lang="zh-CN" altLang="en-US" dirty="0" smtClean="0"/>
              <a:t>（适配器）</a:t>
            </a:r>
            <a:endParaRPr kumimoji="1" lang="en-US" altLang="zh-CN" dirty="0" smtClean="0"/>
          </a:p>
          <a:p>
            <a:r>
              <a:rPr lang="en-US" altLang="zh-CN" dirty="0" smtClean="0"/>
              <a:t>Fragment</a:t>
            </a:r>
            <a:r>
              <a:rPr lang="zh-CN" altLang="en-US" dirty="0" smtClean="0"/>
              <a:t>（碎片）</a:t>
            </a:r>
            <a:endParaRPr lang="en-US" altLang="zh-CN" dirty="0" smtClean="0"/>
          </a:p>
          <a:p>
            <a:r>
              <a:rPr kumimoji="1" lang="en-US" altLang="zh-CN" dirty="0" err="1" smtClean="0"/>
              <a:t>Actionbar</a:t>
            </a:r>
            <a:endParaRPr kumimoji="1" lang="en-US" altLang="zh-CN" dirty="0" smtClean="0"/>
          </a:p>
          <a:p>
            <a:r>
              <a:rPr kumimoji="1" lang="en-US" altLang="zh-CN" dirty="0" smtClean="0"/>
              <a:t>Notification</a:t>
            </a:r>
            <a:r>
              <a:rPr kumimoji="1" lang="zh-CN" altLang="en-US" dirty="0" smtClean="0"/>
              <a:t>（通知）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924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Adapters &amp; </a:t>
            </a:r>
            <a:r>
              <a:rPr kumimoji="1" lang="en-US" altLang="zh-CN" dirty="0" err="1" smtClean="0"/>
              <a:t>AdapterViews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AdapterView</a:t>
            </a:r>
            <a:r>
              <a:rPr kumimoji="1" lang="zh-CN" altLang="en-US" dirty="0" smtClean="0"/>
              <a:t>的子对象由</a:t>
            </a:r>
            <a:r>
              <a:rPr kumimoji="1" lang="en-US" altLang="zh-CN" dirty="0" smtClean="0"/>
              <a:t>Adapter</a:t>
            </a:r>
            <a:r>
              <a:rPr kumimoji="1" lang="zh-CN" altLang="en-US" dirty="0" smtClean="0"/>
              <a:t>管理</a:t>
            </a:r>
            <a:endParaRPr kumimoji="1" lang="en-US" altLang="zh-CN" dirty="0" smtClean="0"/>
          </a:p>
          <a:p>
            <a:r>
              <a:rPr kumimoji="1" lang="en-US" altLang="zh-CN" dirty="0" smtClean="0"/>
              <a:t>Adapter</a:t>
            </a:r>
            <a:r>
              <a:rPr kumimoji="1" lang="zh-CN" altLang="en-US" dirty="0" smtClean="0"/>
              <a:t>管理数据，并为</a:t>
            </a:r>
            <a:r>
              <a:rPr kumimoji="1" lang="en-US" altLang="zh-CN" dirty="0" err="1" smtClean="0"/>
              <a:t>AdapterView</a:t>
            </a:r>
            <a:r>
              <a:rPr kumimoji="1" lang="zh-CN" altLang="en-US" dirty="0" smtClean="0"/>
              <a:t>提供视图</a:t>
            </a:r>
            <a:r>
              <a:rPr kumimoji="1" lang="en-US" altLang="zh-CN" dirty="0" smtClean="0"/>
              <a:t>(View)</a:t>
            </a:r>
          </a:p>
          <a:p>
            <a:r>
              <a:rPr kumimoji="1" lang="en-US" altLang="zh-CN" dirty="0" err="1" smtClean="0"/>
              <a:t>AdapterView</a:t>
            </a:r>
            <a:r>
              <a:rPr kumimoji="1" lang="zh-CN" altLang="en-US" dirty="0" smtClean="0"/>
              <a:t>显示所有数据的视图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033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ListView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显示一个可选择、可滚动的列表</a:t>
            </a:r>
            <a:endParaRPr lang="en-US" altLang="zh-CN" dirty="0" smtClean="0"/>
          </a:p>
          <a:p>
            <a:r>
              <a:rPr kumimoji="1" lang="zh-CN" altLang="en-US" dirty="0" smtClean="0"/>
              <a:t>每一项都是由</a:t>
            </a:r>
            <a:r>
              <a:rPr kumimoji="1" lang="en-US" altLang="zh-CN" dirty="0" err="1" smtClean="0"/>
              <a:t>ListAdapter</a:t>
            </a:r>
            <a:r>
              <a:rPr kumimoji="1" lang="zh-CN" altLang="en-US" dirty="0" smtClean="0"/>
              <a:t>管理</a:t>
            </a:r>
            <a:endParaRPr kumimoji="1" lang="en-US" altLang="zh-CN" dirty="0" smtClean="0"/>
          </a:p>
          <a:p>
            <a:r>
              <a:rPr kumimoji="1" lang="zh-CN" altLang="en-US" dirty="0" smtClean="0"/>
              <a:t>可以根据用户输入过滤显示列表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53802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2886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Spinner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另一种</a:t>
            </a:r>
            <a:r>
              <a:rPr kumimoji="1" lang="en-US" altLang="zh-CN" dirty="0" err="1" smtClean="0"/>
              <a:t>AdapterView</a:t>
            </a:r>
            <a:r>
              <a:rPr kumimoji="1" lang="zh-CN" altLang="en-US" dirty="0" smtClean="0"/>
              <a:t>，提供可滚动的元素列表</a:t>
            </a:r>
            <a:endParaRPr kumimoji="1" lang="en-US" altLang="zh-CN" dirty="0" smtClean="0"/>
          </a:p>
          <a:p>
            <a:r>
              <a:rPr lang="zh-CN" altLang="en-US" dirty="0" smtClean="0"/>
              <a:t>用户可以选择其中的一个元素</a:t>
            </a:r>
            <a:endParaRPr lang="en-US" altLang="zh-CN" dirty="0" smtClean="0"/>
          </a:p>
          <a:p>
            <a:r>
              <a:rPr kumimoji="1" lang="zh-CN" altLang="en-US" dirty="0" smtClean="0"/>
              <a:t>元素由</a:t>
            </a:r>
            <a:r>
              <a:rPr kumimoji="1" lang="en-US" altLang="zh-CN" dirty="0" err="1" smtClean="0"/>
              <a:t>SpinnerAdapter</a:t>
            </a:r>
            <a:r>
              <a:rPr kumimoji="1" lang="zh-CN" altLang="en-US" dirty="0" smtClean="0"/>
              <a:t>管理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56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6870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平板电脑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比手机大</a:t>
            </a:r>
            <a:endParaRPr kumimoji="1" lang="en-US" altLang="zh-CN" dirty="0" smtClean="0"/>
          </a:p>
          <a:p>
            <a:r>
              <a:rPr lang="zh-CN" altLang="en-US" dirty="0" smtClean="0"/>
              <a:t>可以同时显示多个区域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每个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做</a:t>
            </a:r>
            <a:r>
              <a:rPr kumimoji="1" lang="en-US" altLang="zh-CN" dirty="0" smtClean="0"/>
              <a:t>	1</a:t>
            </a:r>
            <a:r>
              <a:rPr kumimoji="1" lang="zh-CN" altLang="en-US" dirty="0" smtClean="0"/>
              <a:t>件事情不适用于大屏幕设备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567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解决方案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在同一个屏幕上使用两个相互协作的布局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32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Fragment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表示一个</a:t>
            </a:r>
            <a:r>
              <a:rPr kumimoji="1" lang="en-US" altLang="zh-CN" dirty="0" smtClean="0"/>
              <a:t>Activity</a:t>
            </a:r>
            <a:r>
              <a:rPr lang="zh-CN" altLang="en-US" dirty="0" smtClean="0"/>
              <a:t>内部的部分行为</a:t>
            </a:r>
            <a:r>
              <a:rPr lang="en-US" altLang="zh-CN" dirty="0" smtClean="0"/>
              <a:t>/</a:t>
            </a:r>
            <a:r>
              <a:rPr lang="zh-CN" altLang="en-US" dirty="0" smtClean="0"/>
              <a:t>布局</a:t>
            </a:r>
            <a:endParaRPr lang="en-US" altLang="zh-CN" dirty="0" smtClean="0"/>
          </a:p>
          <a:p>
            <a:r>
              <a:rPr kumimoji="1" lang="zh-CN" altLang="en-US" dirty="0" smtClean="0"/>
              <a:t>多个</a:t>
            </a:r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可以嵌在一个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内部</a:t>
            </a:r>
            <a:endParaRPr kumimoji="1" lang="en-US" altLang="zh-CN" dirty="0" smtClean="0"/>
          </a:p>
          <a:p>
            <a:r>
              <a:rPr lang="zh-CN" altLang="en-US" dirty="0" smtClean="0"/>
              <a:t>单独的一个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可以重复使用在多个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64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的生命周期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和它所属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的周期同步</a:t>
            </a:r>
            <a:endParaRPr kumimoji="1" lang="en-US" altLang="zh-CN" dirty="0" smtClean="0"/>
          </a:p>
          <a:p>
            <a:r>
              <a:rPr lang="zh-CN" altLang="en-US" dirty="0" smtClean="0"/>
              <a:t>具有自己的生命周期及回调函数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60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的状态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Resumed</a:t>
            </a:r>
          </a:p>
          <a:p>
            <a:pPr lvl="1"/>
            <a:r>
              <a:rPr lang="zh-CN" altLang="en-US" dirty="0" smtClean="0"/>
              <a:t>所属的</a:t>
            </a:r>
            <a:r>
              <a:rPr kumimoji="1" lang="en-US" altLang="zh-CN" dirty="0" smtClean="0"/>
              <a:t>Activity</a:t>
            </a:r>
            <a:r>
              <a:rPr lang="zh-CN" altLang="en-US" dirty="0" smtClean="0"/>
              <a:t>正在运行，当前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可见</a:t>
            </a:r>
            <a:endParaRPr kumimoji="1" lang="en-US" altLang="zh-CN" dirty="0" smtClean="0"/>
          </a:p>
          <a:p>
            <a:r>
              <a:rPr lang="en-US" altLang="zh-CN" dirty="0" smtClean="0"/>
              <a:t>Paused</a:t>
            </a:r>
          </a:p>
          <a:p>
            <a:pPr lvl="1"/>
            <a:r>
              <a:rPr lang="zh-CN" altLang="en-US" dirty="0" smtClean="0"/>
              <a:t>另一个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在前台并且获取焦点，所属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可见</a:t>
            </a:r>
            <a:endParaRPr lang="en-US" altLang="zh-CN" dirty="0" smtClean="0"/>
          </a:p>
          <a:p>
            <a:r>
              <a:rPr kumimoji="1" lang="en-US" altLang="zh-CN" dirty="0" smtClean="0"/>
              <a:t>Stopped</a:t>
            </a:r>
          </a:p>
          <a:p>
            <a:pPr lvl="1"/>
            <a:r>
              <a:rPr lang="en-US" altLang="zh-CN" dirty="0" smtClean="0"/>
              <a:t>Fragment</a:t>
            </a:r>
            <a:r>
              <a:rPr lang="zh-CN" altLang="en-US" dirty="0" smtClean="0"/>
              <a:t>不可见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1676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回调函数</a:t>
            </a:r>
            <a:r>
              <a:rPr kumimoji="1" lang="en-US" altLang="zh-CN" dirty="0" smtClean="0"/>
              <a:t> – Activity</a:t>
            </a:r>
            <a:r>
              <a:rPr kumimoji="1" lang="zh-CN" altLang="en-US" dirty="0" smtClean="0"/>
              <a:t>创建时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onAttach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第一次挂载到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上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onCreate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初始化</a:t>
            </a:r>
            <a:r>
              <a:rPr lang="en-US" altLang="zh-CN" dirty="0" smtClean="0"/>
              <a:t>Fragment</a:t>
            </a:r>
          </a:p>
          <a:p>
            <a:r>
              <a:rPr kumimoji="1" lang="en-US" altLang="zh-CN" dirty="0" err="1" smtClean="0"/>
              <a:t>onCreateView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设置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，返回其用户界面</a:t>
            </a:r>
            <a:endParaRPr lang="en-US" altLang="zh-CN" dirty="0" smtClean="0"/>
          </a:p>
          <a:p>
            <a:r>
              <a:rPr kumimoji="1" lang="en-US" altLang="zh-CN" dirty="0" err="1" smtClean="0"/>
              <a:t>onActivityCreated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完成</a:t>
            </a:r>
            <a:r>
              <a:rPr lang="en-US" altLang="zh-CN" dirty="0" err="1" smtClean="0"/>
              <a:t>onCreate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，并且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已经被安装完毕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pic>
        <p:nvPicPr>
          <p:cNvPr id="4" name="图片 3" descr="Screen Shot 2014-05-07 at 8.43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40" y="851783"/>
            <a:ext cx="2665367" cy="463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44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回调函数</a:t>
            </a:r>
            <a:r>
              <a:rPr kumimoji="1" lang="en-US" altLang="zh-CN" dirty="0" smtClean="0"/>
              <a:t> – Activity</a:t>
            </a:r>
            <a:r>
              <a:rPr kumimoji="1" lang="zh-CN" altLang="en-US" dirty="0" smtClean="0"/>
              <a:t>状态变化时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onStart</a:t>
            </a:r>
            <a:r>
              <a:rPr lang="en-US" altLang="zh-CN" dirty="0" smtClean="0"/>
              <a:t>()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即将变为可见时</a:t>
            </a:r>
            <a:endParaRPr lang="en-US" altLang="zh-CN" dirty="0" smtClean="0"/>
          </a:p>
          <a:p>
            <a:r>
              <a:rPr kumimoji="1" lang="en-US" altLang="zh-CN" dirty="0" err="1" smtClean="0"/>
              <a:t>onResume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即将变得可见且接收用户交互时</a:t>
            </a:r>
            <a:endParaRPr lang="en-US" altLang="zh-CN" dirty="0" smtClean="0"/>
          </a:p>
          <a:p>
            <a:r>
              <a:rPr kumimoji="1" lang="en-US" altLang="zh-CN" dirty="0" err="1" smtClean="0"/>
              <a:t>onPause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可见，但是不是当前焦点</a:t>
            </a:r>
            <a:endParaRPr lang="en-US" altLang="zh-CN" dirty="0" smtClean="0"/>
          </a:p>
          <a:p>
            <a:r>
              <a:rPr kumimoji="1" lang="en-US" altLang="zh-CN" dirty="0" err="1" smtClean="0"/>
              <a:t>onStop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zh-CN" altLang="en-US" dirty="0" smtClean="0"/>
              <a:t>所属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不可见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53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回调函数</a:t>
            </a:r>
            <a:r>
              <a:rPr kumimoji="1" lang="en-US" altLang="zh-CN" dirty="0" smtClean="0"/>
              <a:t> – Activity</a:t>
            </a:r>
            <a:r>
              <a:rPr kumimoji="1" lang="zh-CN" altLang="en-US" dirty="0" smtClean="0"/>
              <a:t>销毁时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onDestroyView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err="1" smtClean="0"/>
              <a:t>onCreateView</a:t>
            </a:r>
            <a:r>
              <a:rPr lang="en-US" altLang="zh-CN" dirty="0" smtClean="0"/>
              <a:t>()</a:t>
            </a:r>
            <a:r>
              <a:rPr lang="zh-CN" altLang="en-US" dirty="0" smtClean="0"/>
              <a:t>创建的视图和当前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取消关连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通常来清理视图资源</a:t>
            </a:r>
            <a:endParaRPr kumimoji="1" lang="en-US" altLang="zh-CN" dirty="0" smtClean="0"/>
          </a:p>
          <a:p>
            <a:r>
              <a:rPr lang="en-US" altLang="zh-CN" dirty="0" err="1" smtClean="0"/>
              <a:t>onDestroy</a:t>
            </a:r>
            <a:r>
              <a:rPr lang="en-US" altLang="zh-CN" dirty="0" smtClean="0"/>
              <a:t>()</a:t>
            </a:r>
          </a:p>
          <a:p>
            <a:pPr lvl="1"/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不再使用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通常来清理所占用资源</a:t>
            </a:r>
            <a:endParaRPr lang="en-US" altLang="zh-CN" dirty="0" smtClean="0"/>
          </a:p>
          <a:p>
            <a:r>
              <a:rPr kumimoji="1" lang="en-US" altLang="zh-CN" dirty="0" err="1" smtClean="0"/>
              <a:t>onDetach</a:t>
            </a:r>
            <a:r>
              <a:rPr kumimoji="1" lang="en-US" altLang="zh-CN" dirty="0" smtClean="0"/>
              <a:t>()</a:t>
            </a:r>
          </a:p>
          <a:p>
            <a:pPr lvl="1"/>
            <a:r>
              <a:rPr lang="en-US" altLang="zh-CN" dirty="0" smtClean="0"/>
              <a:t>Fragment</a:t>
            </a:r>
            <a:r>
              <a:rPr lang="zh-CN" altLang="en-US" dirty="0" smtClean="0"/>
              <a:t>不再属于该</a:t>
            </a:r>
            <a:r>
              <a:rPr lang="en-US" altLang="zh-CN" dirty="0" smtClean="0"/>
              <a:t>Activity</a:t>
            </a:r>
            <a:endParaRPr kumimoji="1" lang="zh-CN" altLang="en-US" dirty="0"/>
          </a:p>
        </p:txBody>
      </p:sp>
      <p:pic>
        <p:nvPicPr>
          <p:cNvPr id="4" name="图片 3" descr="Screen Shot 2014-05-07 at 8.56.3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082" y="2808101"/>
            <a:ext cx="2454584" cy="321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83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将</a:t>
            </a:r>
            <a:r>
              <a:rPr kumimoji="1" lang="en-US" altLang="zh-CN" dirty="0" smtClean="0"/>
              <a:t>Fragment</a:t>
            </a:r>
            <a:r>
              <a:rPr kumimoji="1" lang="zh-CN" altLang="en-US" dirty="0" smtClean="0"/>
              <a:t>加到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中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两种方法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layout</a:t>
            </a:r>
            <a:r>
              <a:rPr lang="zh-CN" altLang="en-US" dirty="0" smtClean="0"/>
              <a:t>文件中静态声明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用</a:t>
            </a:r>
            <a:r>
              <a:rPr kumimoji="1" lang="en-US" altLang="zh-CN" dirty="0" err="1" smtClean="0"/>
              <a:t>FragmentManager</a:t>
            </a:r>
            <a:r>
              <a:rPr kumimoji="1" lang="zh-CN" altLang="en-US" dirty="0" smtClean="0"/>
              <a:t>通过编程加入</a:t>
            </a:r>
            <a:endParaRPr kumimoji="1" lang="en-US" altLang="zh-CN" dirty="0" smtClean="0"/>
          </a:p>
          <a:p>
            <a:r>
              <a:rPr lang="zh-CN" altLang="en-US" dirty="0" smtClean="0"/>
              <a:t>布局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在</a:t>
            </a:r>
            <a:r>
              <a:rPr kumimoji="1" lang="en-US" altLang="zh-CN" dirty="0" err="1" smtClean="0"/>
              <a:t>onCreateView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中创建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返回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布局的根视图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该</a:t>
            </a:r>
            <a:r>
              <a:rPr lang="zh-CN" altLang="en-US" dirty="0" smtClean="0"/>
              <a:t>视图加入到所属</a:t>
            </a:r>
            <a:r>
              <a:rPr lang="en-US" altLang="zh-CN" dirty="0" smtClean="0"/>
              <a:t>Activity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440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850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动态添加</a:t>
            </a:r>
            <a:r>
              <a:rPr kumimoji="1" lang="en-US" altLang="zh-CN" dirty="0" smtClean="0"/>
              <a:t>Fragment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当一个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正在运行时，可以通过一下步骤动态添加</a:t>
            </a:r>
            <a:r>
              <a:rPr kumimoji="1" lang="en-US" altLang="zh-CN" dirty="0" smtClean="0"/>
              <a:t>Fragment</a:t>
            </a:r>
          </a:p>
          <a:p>
            <a:pPr marL="858837" lvl="1" indent="-514350">
              <a:buFont typeface="+mj-lt"/>
              <a:buAutoNum type="arabicPeriod"/>
            </a:pPr>
            <a:r>
              <a:rPr lang="zh-CN" altLang="en-US" dirty="0" smtClean="0"/>
              <a:t>获取</a:t>
            </a:r>
            <a:r>
              <a:rPr lang="en-US" altLang="zh-CN" dirty="0" err="1" smtClean="0"/>
              <a:t>FragmentManager</a:t>
            </a:r>
            <a:r>
              <a:rPr lang="zh-CN" altLang="en-US" dirty="0" smtClean="0"/>
              <a:t>引用</a:t>
            </a:r>
            <a:endParaRPr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kumimoji="1" lang="zh-CN" altLang="en-US" dirty="0" smtClean="0"/>
              <a:t>开始一个</a:t>
            </a:r>
            <a:r>
              <a:rPr kumimoji="1" lang="en-US" altLang="zh-CN" dirty="0" err="1" smtClean="0"/>
              <a:t>FragmentTransaction</a:t>
            </a:r>
            <a:endParaRPr kumimoji="1" lang="en-US" altLang="zh-CN" dirty="0" smtClean="0"/>
          </a:p>
          <a:p>
            <a:pPr marL="858837" lvl="1" indent="-514350">
              <a:buFont typeface="+mj-lt"/>
              <a:buAutoNum type="arabicPeriod"/>
            </a:pPr>
            <a:r>
              <a:rPr lang="zh-CN" altLang="en-US" dirty="0" smtClean="0"/>
              <a:t>添加</a:t>
            </a:r>
            <a:r>
              <a:rPr lang="en-US" altLang="zh-CN" dirty="0" smtClean="0"/>
              <a:t>Fragment</a:t>
            </a:r>
          </a:p>
          <a:p>
            <a:pPr marL="858837" lvl="1" indent="-514350">
              <a:buFont typeface="+mj-lt"/>
              <a:buAutoNum type="arabicPeriod"/>
            </a:pPr>
            <a:r>
              <a:rPr kumimoji="1" lang="zh-CN" altLang="en-US" dirty="0" smtClean="0"/>
              <a:t>提交</a:t>
            </a:r>
            <a:r>
              <a:rPr kumimoji="1" lang="en-US" altLang="zh-CN" dirty="0" err="1" smtClean="0"/>
              <a:t>FragmentTransaction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056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8503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动态布局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FragmentTransaction</a:t>
            </a:r>
            <a:r>
              <a:rPr lang="zh-CN" altLang="en-US" dirty="0" smtClean="0"/>
              <a:t>允许动态改变程序的界面</a:t>
            </a:r>
            <a:endParaRPr lang="en-US" altLang="zh-CN" dirty="0" smtClean="0"/>
          </a:p>
          <a:p>
            <a:r>
              <a:rPr kumimoji="1" lang="zh-CN" altLang="en-US" dirty="0" smtClean="0"/>
              <a:t>可以使界面更流畅、更好利用屏幕空间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7951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093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配置变化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如果你调用了</a:t>
            </a:r>
            <a:r>
              <a:rPr kumimoji="1" lang="en-US" altLang="zh-CN" dirty="0" err="1" smtClean="0"/>
              <a:t>setRetainInstance</a:t>
            </a:r>
            <a:r>
              <a:rPr kumimoji="1" lang="en-US" altLang="zh-CN" dirty="0" smtClean="0"/>
              <a:t>(true)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不会在配置变化时销毁</a:t>
            </a:r>
            <a:r>
              <a:rPr kumimoji="1" lang="en-US" altLang="zh-CN" dirty="0" smtClean="0"/>
              <a:t>Fragment</a:t>
            </a:r>
          </a:p>
          <a:p>
            <a:pPr lvl="1"/>
            <a:r>
              <a:rPr lang="en-US" altLang="zh-CN" dirty="0" err="1" smtClean="0"/>
              <a:t>onDestroy</a:t>
            </a:r>
            <a:r>
              <a:rPr lang="en-US" altLang="zh-CN" dirty="0" smtClean="0"/>
              <a:t>()</a:t>
            </a:r>
            <a:r>
              <a:rPr lang="zh-CN" altLang="en-US" dirty="0" smtClean="0"/>
              <a:t>不会调用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onCreate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不会调用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7413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4494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ActionBar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类似于桌面应用的工具栏</a:t>
            </a:r>
            <a:endParaRPr lang="en-US" altLang="zh-CN" dirty="0" smtClean="0"/>
          </a:p>
          <a:p>
            <a:r>
              <a:rPr lang="zh-CN" altLang="en-US" dirty="0" smtClean="0"/>
              <a:t>让用户可以快速访问常用操作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32391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279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ActionBar.Tab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每个</a:t>
            </a:r>
            <a:r>
              <a:rPr kumimoji="1" lang="en-US" altLang="zh-CN" dirty="0" smtClean="0"/>
              <a:t>Tab</a:t>
            </a:r>
            <a:r>
              <a:rPr kumimoji="1" lang="zh-CN" altLang="en-US" dirty="0" smtClean="0"/>
              <a:t>和一个</a:t>
            </a:r>
            <a:r>
              <a:rPr kumimoji="1" lang="en-US" altLang="zh-CN" dirty="0" smtClean="0"/>
              <a:t>Fragment</a:t>
            </a:r>
            <a:r>
              <a:rPr lang="zh-CN" altLang="en-US" dirty="0" smtClean="0"/>
              <a:t>关连</a:t>
            </a:r>
            <a:endParaRPr lang="en-US" altLang="zh-CN" dirty="0" smtClean="0"/>
          </a:p>
          <a:p>
            <a:r>
              <a:rPr lang="zh-CN" altLang="en-US" dirty="0" smtClean="0"/>
              <a:t>只能有一个</a:t>
            </a:r>
            <a:r>
              <a:rPr lang="en-US" altLang="zh-CN" dirty="0" smtClean="0"/>
              <a:t>Tab</a:t>
            </a:r>
            <a:r>
              <a:rPr lang="zh-CN" altLang="en-US" dirty="0" smtClean="0"/>
              <a:t>同时被选中</a:t>
            </a:r>
            <a:endParaRPr lang="en-US" altLang="zh-CN" dirty="0" smtClean="0"/>
          </a:p>
          <a:p>
            <a:r>
              <a:rPr lang="zh-CN" altLang="en-US" dirty="0" smtClean="0"/>
              <a:t>被选中</a:t>
            </a:r>
            <a:r>
              <a:rPr lang="en-US" altLang="zh-CN" dirty="0" smtClean="0"/>
              <a:t>Tab</a:t>
            </a:r>
            <a:r>
              <a:rPr lang="zh-CN" altLang="en-US" dirty="0" smtClean="0"/>
              <a:t>所关连的</a:t>
            </a:r>
            <a:r>
              <a:rPr lang="en-US" altLang="zh-CN" dirty="0" smtClean="0"/>
              <a:t>Fragment</a:t>
            </a:r>
            <a:r>
              <a:rPr lang="zh-CN" altLang="en-US" dirty="0" smtClean="0"/>
              <a:t>会在内容区变为可见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26730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543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Notification</a:t>
            </a:r>
            <a:r>
              <a:rPr kumimoji="1" lang="zh-CN" altLang="en-US" dirty="0" smtClean="0"/>
              <a:t>（通知）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对话框</a:t>
            </a:r>
            <a:endParaRPr kumimoji="1" lang="en-US" altLang="zh-CN" dirty="0" smtClean="0"/>
          </a:p>
          <a:p>
            <a:r>
              <a:rPr kumimoji="1" lang="en-US" altLang="zh-CN" dirty="0" smtClean="0"/>
              <a:t>Toast</a:t>
            </a:r>
          </a:p>
          <a:p>
            <a:r>
              <a:rPr lang="zh-CN" altLang="en-US" dirty="0" smtClean="0"/>
              <a:t>通知栏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886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对话框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独立的子窗口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AlertDialog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ProgressDialog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DatePickerDialog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TimePickerDialog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1401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4339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Toast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当前窗口弹出的临时消息</a:t>
            </a:r>
            <a:endParaRPr kumimoji="1" lang="en-US" altLang="zh-CN" dirty="0" smtClean="0"/>
          </a:p>
          <a:p>
            <a:r>
              <a:rPr lang="zh-CN" altLang="en-US" dirty="0" smtClean="0"/>
              <a:t>自动出现、消失</a:t>
            </a:r>
            <a:endParaRPr lang="en-US" altLang="zh-CN" dirty="0" smtClean="0"/>
          </a:p>
          <a:p>
            <a:r>
              <a:rPr kumimoji="1" lang="zh-CN" altLang="en-US" dirty="0" smtClean="0"/>
              <a:t>没有用户交互和响应</a:t>
            </a:r>
            <a:endParaRPr kumimoji="1" lang="en-US" altLang="zh-CN" dirty="0" smtClean="0"/>
          </a:p>
          <a:p>
            <a:r>
              <a:rPr lang="zh-CN" altLang="en-US" dirty="0" smtClean="0"/>
              <a:t>创建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Toast.makeText</a:t>
            </a:r>
            <a:r>
              <a:rPr kumimoji="1" lang="en-US" altLang="zh-CN" dirty="0" smtClean="0"/>
              <a:t>(context, text, duration)</a:t>
            </a:r>
          </a:p>
          <a:p>
            <a:r>
              <a:rPr lang="zh-CN" altLang="en-US" dirty="0" smtClean="0"/>
              <a:t>显示</a:t>
            </a:r>
            <a:endParaRPr lang="en-US" altLang="zh-CN" dirty="0" smtClean="0"/>
          </a:p>
          <a:p>
            <a:pPr lvl="1"/>
            <a:r>
              <a:rPr kumimoji="1" lang="en-US" altLang="zh-CN" dirty="0" err="1" smtClean="0"/>
              <a:t>Toast.show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0128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017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自定义</a:t>
            </a:r>
            <a:r>
              <a:rPr kumimoji="1" lang="en-US" altLang="zh-CN" dirty="0" smtClean="0"/>
              <a:t>Toast</a:t>
            </a:r>
            <a:r>
              <a:rPr kumimoji="1" lang="zh-CN" altLang="en-US" dirty="0" smtClean="0"/>
              <a:t>视图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中定义</a:t>
            </a:r>
            <a:endParaRPr kumimoji="1" lang="en-US" altLang="zh-CN" dirty="0" smtClean="0"/>
          </a:p>
          <a:p>
            <a:r>
              <a:rPr lang="en-US" altLang="zh-CN" dirty="0" err="1" smtClean="0"/>
              <a:t>Toast.setView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056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483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通知栏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通知用户事件</a:t>
            </a:r>
            <a:endParaRPr kumimoji="1" lang="en-US" altLang="zh-CN" dirty="0" smtClean="0"/>
          </a:p>
          <a:p>
            <a:r>
              <a:rPr lang="zh-CN" altLang="en-US" dirty="0" smtClean="0"/>
              <a:t>提供一个下拉栏，用户可以下拉看详细事件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801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通知架构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通知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标题、细节、小图标</a:t>
            </a:r>
            <a:endParaRPr lang="en-US" altLang="zh-CN" dirty="0" smtClean="0"/>
          </a:p>
          <a:p>
            <a:r>
              <a:rPr kumimoji="1" lang="zh-CN" altLang="en-US" dirty="0" smtClean="0"/>
              <a:t>通知区域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通知文字、小图标</a:t>
            </a:r>
            <a:endParaRPr kumimoji="1" lang="en-US" altLang="zh-CN" dirty="0" smtClean="0"/>
          </a:p>
          <a:p>
            <a:r>
              <a:rPr lang="zh-CN" altLang="en-US" dirty="0" smtClean="0"/>
              <a:t>同时下拉栏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视图</a:t>
            </a:r>
            <a:endParaRPr lang="en-US" altLang="zh-CN" dirty="0"/>
          </a:p>
          <a:p>
            <a:pPr lvl="1"/>
            <a:r>
              <a:rPr kumimoji="1" lang="en-US" altLang="zh-CN" dirty="0" smtClean="0"/>
              <a:t>Action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018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Notification Manager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管理通知的系统服务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0458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14373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599</TotalTime>
  <Words>433</Words>
  <Application>Microsoft Macintosh PowerPoint</Application>
  <PresentationFormat>全屏显示(4:3)</PresentationFormat>
  <Paragraphs>139</Paragraphs>
  <Slides>38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39" baseType="lpstr">
      <vt:lpstr>Android</vt:lpstr>
      <vt:lpstr>高级界面开发</vt:lpstr>
      <vt:lpstr>内容</vt:lpstr>
      <vt:lpstr>Adapters &amp; AdapterViews</vt:lpstr>
      <vt:lpstr>ListView</vt:lpstr>
      <vt:lpstr>例子</vt:lpstr>
      <vt:lpstr>Spinner</vt:lpstr>
      <vt:lpstr>例子</vt:lpstr>
      <vt:lpstr>平板电脑</vt:lpstr>
      <vt:lpstr>解决方案</vt:lpstr>
      <vt:lpstr>Fragment</vt:lpstr>
      <vt:lpstr>Fragment的生命周期</vt:lpstr>
      <vt:lpstr>Fragment的状态</vt:lpstr>
      <vt:lpstr>回调函数 – Activity创建时</vt:lpstr>
      <vt:lpstr>回调函数 – Activity状态变化时</vt:lpstr>
      <vt:lpstr>回调函数 – Activity销毁时</vt:lpstr>
      <vt:lpstr>将Fragment加到Activity中</vt:lpstr>
      <vt:lpstr>例子</vt:lpstr>
      <vt:lpstr>动态添加Fragment</vt:lpstr>
      <vt:lpstr>例子</vt:lpstr>
      <vt:lpstr>动态布局</vt:lpstr>
      <vt:lpstr>例子</vt:lpstr>
      <vt:lpstr>配置变化</vt:lpstr>
      <vt:lpstr>例子</vt:lpstr>
      <vt:lpstr>ActionBar</vt:lpstr>
      <vt:lpstr>例子</vt:lpstr>
      <vt:lpstr>ActionBar.Tab</vt:lpstr>
      <vt:lpstr>例子</vt:lpstr>
      <vt:lpstr>Notification（通知）</vt:lpstr>
      <vt:lpstr>对话框</vt:lpstr>
      <vt:lpstr>例子</vt:lpstr>
      <vt:lpstr>Toast</vt:lpstr>
      <vt:lpstr>例子</vt:lpstr>
      <vt:lpstr>自定义Toast视图</vt:lpstr>
      <vt:lpstr>例子</vt:lpstr>
      <vt:lpstr>通知栏</vt:lpstr>
      <vt:lpstr>通知架构</vt:lpstr>
      <vt:lpstr>Notification Manager</vt:lpstr>
      <vt:lpstr>例子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数据存取</dc:title>
  <dc:creator>建伟 韩</dc:creator>
  <cp:lastModifiedBy>韩 建伟</cp:lastModifiedBy>
  <cp:revision>145</cp:revision>
  <dcterms:created xsi:type="dcterms:W3CDTF">2012-11-06T04:31:34Z</dcterms:created>
  <dcterms:modified xsi:type="dcterms:W3CDTF">2014-05-07T15:04:35Z</dcterms:modified>
</cp:coreProperties>
</file>